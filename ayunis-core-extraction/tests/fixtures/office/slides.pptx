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Sitzung des Gemeinderats, Folie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Die Stadt Musterhausen beschließt die Satzung über die Erhebung von Gebühren für die</a:t>
            </a:r>
          </a:p>
          <a:p>
            <a:r>
              <a:t>Benutzung der städtischen Kindertagesstätten. Der Gemeinderat hat in seiner Sitzung</a:t>
            </a:r>
          </a:p>
          <a:p>
            <a:r>
              <a:t>die Beschlussvorlage einstimmig angenommen. Die Verwaltung wird beauftragt, 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Elternbeiträge zum Beginn des kommenden Kindergartenjahres anzupassen und die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Sitzung des Gemeinderats, Folie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Die Stadt Musterhausen beschließt die Satzung über die Erhebung von Gebühren für die</a:t>
            </a:r>
          </a:p>
          <a:p>
            <a:r>
              <a:t>Benutzung der städtischen Kindertagesstätten. Der Gemeinderat hat in seiner Sitzung</a:t>
            </a:r>
          </a:p>
          <a:p>
            <a:r>
              <a:t>die Beschlussvorlage einstimmig angenommen. Die Verwaltung wird beauftragt, 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Elternbeiträge zum Beginn des kommenden Kindergartenjahres anzupassen und die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